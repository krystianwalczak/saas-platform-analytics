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8" r:id="rId4"/>
    <p:sldId id="257" r:id="rId5"/>
    <p:sldId id="263" r:id="rId6"/>
    <p:sldId id="259" r:id="rId7"/>
    <p:sldId id="260" r:id="rId8"/>
    <p:sldId id="264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70E72-F99F-4DD7-BC54-E1075533F9ED}" v="32" dt="2026-01-20T18:43:18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ystian Walczak" userId="6c5848d28b3b013f" providerId="LiveId" clId="{28F13B63-8742-415B-8503-060AE213838A}"/>
    <pc:docChg chg="undo custSel addSld delSld modSld sldOrd">
      <pc:chgData name="Krystian Walczak" userId="6c5848d28b3b013f" providerId="LiveId" clId="{28F13B63-8742-415B-8503-060AE213838A}" dt="2026-01-21T10:41:31.660" v="730" actId="14100"/>
      <pc:docMkLst>
        <pc:docMk/>
      </pc:docMkLst>
      <pc:sldChg chg="modSp mod">
        <pc:chgData name="Krystian Walczak" userId="6c5848d28b3b013f" providerId="LiveId" clId="{28F13B63-8742-415B-8503-060AE213838A}" dt="2026-01-15T16:24:55.404" v="87" actId="255"/>
        <pc:sldMkLst>
          <pc:docMk/>
          <pc:sldMk cId="2716564867" sldId="256"/>
        </pc:sldMkLst>
        <pc:spChg chg="mod">
          <ac:chgData name="Krystian Walczak" userId="6c5848d28b3b013f" providerId="LiveId" clId="{28F13B63-8742-415B-8503-060AE213838A}" dt="2026-01-15T16:24:55.404" v="87" actId="255"/>
          <ac:spMkLst>
            <pc:docMk/>
            <pc:sldMk cId="2716564867" sldId="256"/>
            <ac:spMk id="2" creationId="{40808DB9-0E69-26F6-35D8-C1596A2FA480}"/>
          </ac:spMkLst>
        </pc:spChg>
        <pc:spChg chg="mod">
          <ac:chgData name="Krystian Walczak" userId="6c5848d28b3b013f" providerId="LiveId" clId="{28F13B63-8742-415B-8503-060AE213838A}" dt="2026-01-15T16:24:42.664" v="85" actId="20577"/>
          <ac:spMkLst>
            <pc:docMk/>
            <pc:sldMk cId="2716564867" sldId="256"/>
            <ac:spMk id="3" creationId="{1A63284D-5380-54AD-E4F9-2A2E6E3D70A7}"/>
          </ac:spMkLst>
        </pc:spChg>
      </pc:sldChg>
      <pc:sldChg chg="addSp delSp modSp mod ord">
        <pc:chgData name="Krystian Walczak" userId="6c5848d28b3b013f" providerId="LiveId" clId="{28F13B63-8742-415B-8503-060AE213838A}" dt="2026-01-20T18:35:56.502" v="707" actId="122"/>
        <pc:sldMkLst>
          <pc:docMk/>
          <pc:sldMk cId="1618128958" sldId="257"/>
        </pc:sldMkLst>
        <pc:spChg chg="add del mod">
          <ac:chgData name="Krystian Walczak" userId="6c5848d28b3b013f" providerId="LiveId" clId="{28F13B63-8742-415B-8503-060AE213838A}" dt="2026-01-20T18:29:29.934" v="677" actId="22"/>
          <ac:spMkLst>
            <pc:docMk/>
            <pc:sldMk cId="1618128958" sldId="257"/>
            <ac:spMk id="6" creationId="{E900D78C-0781-3FAB-6F96-034276499F5B}"/>
          </ac:spMkLst>
        </pc:spChg>
        <pc:spChg chg="mod">
          <ac:chgData name="Krystian Walczak" userId="6c5848d28b3b013f" providerId="LiveId" clId="{28F13B63-8742-415B-8503-060AE213838A}" dt="2026-01-20T18:35:56.502" v="707" actId="122"/>
          <ac:spMkLst>
            <pc:docMk/>
            <pc:sldMk cId="1618128958" sldId="257"/>
            <ac:spMk id="9" creationId="{0251C953-AB3B-186B-8593-557AD17DAE68}"/>
          </ac:spMkLst>
        </pc:spChg>
        <pc:spChg chg="mod">
          <ac:chgData name="Krystian Walczak" userId="6c5848d28b3b013f" providerId="LiveId" clId="{28F13B63-8742-415B-8503-060AE213838A}" dt="2026-01-19T19:33:04.045" v="215" actId="14100"/>
          <ac:spMkLst>
            <pc:docMk/>
            <pc:sldMk cId="1618128958" sldId="257"/>
            <ac:spMk id="10" creationId="{C89C27D8-5F7F-8699-108B-AF5C3CD18F1D}"/>
          </ac:spMkLst>
        </pc:spChg>
        <pc:spChg chg="add del mod">
          <ac:chgData name="Krystian Walczak" userId="6c5848d28b3b013f" providerId="LiveId" clId="{28F13B63-8742-415B-8503-060AE213838A}" dt="2026-01-20T18:33:21.050" v="695" actId="22"/>
          <ac:spMkLst>
            <pc:docMk/>
            <pc:sldMk cId="1618128958" sldId="257"/>
            <ac:spMk id="12" creationId="{993FC10B-9D7B-D53D-CE4C-CAD95B0074D2}"/>
          </ac:spMkLst>
        </pc:spChg>
        <pc:picChg chg="add del mod ord">
          <ac:chgData name="Krystian Walczak" userId="6c5848d28b3b013f" providerId="LiveId" clId="{28F13B63-8742-415B-8503-060AE213838A}" dt="2026-01-20T18:29:21.240" v="674" actId="478"/>
          <ac:picMkLst>
            <pc:docMk/>
            <pc:sldMk cId="1618128958" sldId="257"/>
            <ac:picMk id="3" creationId="{3A4A29AF-E842-6C2C-5F8E-41CFDE9D55F5}"/>
          </ac:picMkLst>
        </pc:picChg>
        <pc:picChg chg="add del mod">
          <ac:chgData name="Krystian Walczak" userId="6c5848d28b3b013f" providerId="LiveId" clId="{28F13B63-8742-415B-8503-060AE213838A}" dt="2026-01-20T18:29:28.633" v="676" actId="478"/>
          <ac:picMkLst>
            <pc:docMk/>
            <pc:sldMk cId="1618128958" sldId="257"/>
            <ac:picMk id="4" creationId="{E6D4E9C0-5785-953F-4524-CCADFA28F851}"/>
          </ac:picMkLst>
        </pc:picChg>
        <pc:picChg chg="add del mod ord">
          <ac:chgData name="Krystian Walczak" userId="6c5848d28b3b013f" providerId="LiveId" clId="{28F13B63-8742-415B-8503-060AE213838A}" dt="2026-01-20T18:33:19.338" v="694" actId="478"/>
          <ac:picMkLst>
            <pc:docMk/>
            <pc:sldMk cId="1618128958" sldId="257"/>
            <ac:picMk id="8" creationId="{83015F49-9702-D91A-12A0-6D198B3F6D70}"/>
          </ac:picMkLst>
        </pc:picChg>
        <pc:picChg chg="add mod ord">
          <ac:chgData name="Krystian Walczak" userId="6c5848d28b3b013f" providerId="LiveId" clId="{28F13B63-8742-415B-8503-060AE213838A}" dt="2026-01-20T18:33:43.304" v="705" actId="14100"/>
          <ac:picMkLst>
            <pc:docMk/>
            <pc:sldMk cId="1618128958" sldId="257"/>
            <ac:picMk id="14" creationId="{06EA00CC-E055-4791-8BAE-03BFBD3EB481}"/>
          </ac:picMkLst>
        </pc:picChg>
      </pc:sldChg>
      <pc:sldChg chg="addSp delSp modSp mod">
        <pc:chgData name="Krystian Walczak" userId="6c5848d28b3b013f" providerId="LiveId" clId="{28F13B63-8742-415B-8503-060AE213838A}" dt="2026-01-21T10:41:31.660" v="730" actId="14100"/>
        <pc:sldMkLst>
          <pc:docMk/>
          <pc:sldMk cId="4256279720" sldId="258"/>
        </pc:sldMkLst>
        <pc:spChg chg="add del mod">
          <ac:chgData name="Krystian Walczak" userId="6c5848d28b3b013f" providerId="LiveId" clId="{28F13B63-8742-415B-8503-060AE213838A}" dt="2026-01-21T10:41:15.410" v="720" actId="22"/>
          <ac:spMkLst>
            <pc:docMk/>
            <pc:sldMk cId="4256279720" sldId="258"/>
            <ac:spMk id="3" creationId="{B3F2F646-F0A6-2BE1-2A40-8B932588EA91}"/>
          </ac:spMkLst>
        </pc:spChg>
        <pc:spChg chg="mod">
          <ac:chgData name="Krystian Walczak" userId="6c5848d28b3b013f" providerId="LiveId" clId="{28F13B63-8742-415B-8503-060AE213838A}" dt="2026-01-20T18:36:01.601" v="708" actId="122"/>
          <ac:spMkLst>
            <pc:docMk/>
            <pc:sldMk cId="4256279720" sldId="258"/>
            <ac:spMk id="4" creationId="{9D8781D6-EA4E-ABE2-83E4-DBA008817EB8}"/>
          </ac:spMkLst>
        </pc:spChg>
        <pc:spChg chg="mod">
          <ac:chgData name="Krystian Walczak" userId="6c5848d28b3b013f" providerId="LiveId" clId="{28F13B63-8742-415B-8503-060AE213838A}" dt="2026-01-19T19:25:29.230" v="141" actId="14100"/>
          <ac:spMkLst>
            <pc:docMk/>
            <pc:sldMk cId="4256279720" sldId="258"/>
            <ac:spMk id="6" creationId="{153F2816-B560-A6BB-232A-BD144A04FABA}"/>
          </ac:spMkLst>
        </pc:spChg>
        <pc:picChg chg="add mod ord">
          <ac:chgData name="Krystian Walczak" userId="6c5848d28b3b013f" providerId="LiveId" clId="{28F13B63-8742-415B-8503-060AE213838A}" dt="2026-01-21T10:41:31.660" v="730" actId="14100"/>
          <ac:picMkLst>
            <pc:docMk/>
            <pc:sldMk cId="4256279720" sldId="258"/>
            <ac:picMk id="7" creationId="{7B6FF185-FBA0-9D87-E576-9546B9B0B61A}"/>
          </ac:picMkLst>
        </pc:picChg>
        <pc:picChg chg="add del mod ord">
          <ac:chgData name="Krystian Walczak" userId="6c5848d28b3b013f" providerId="LiveId" clId="{28F13B63-8742-415B-8503-060AE213838A}" dt="2026-01-21T10:41:13.554" v="719" actId="478"/>
          <ac:picMkLst>
            <pc:docMk/>
            <pc:sldMk cId="4256279720" sldId="258"/>
            <ac:picMk id="10" creationId="{80E2283B-E92F-8773-6EC1-E8780CF0F1EC}"/>
          </ac:picMkLst>
        </pc:picChg>
      </pc:sldChg>
      <pc:sldChg chg="addSp delSp modSp mod modClrScheme chgLayout">
        <pc:chgData name="Krystian Walczak" userId="6c5848d28b3b013f" providerId="LiveId" clId="{28F13B63-8742-415B-8503-060AE213838A}" dt="2026-01-20T18:36:13.112" v="710" actId="122"/>
        <pc:sldMkLst>
          <pc:docMk/>
          <pc:sldMk cId="3774776910" sldId="259"/>
        </pc:sldMkLst>
        <pc:spChg chg="add mod ord">
          <ac:chgData name="Krystian Walczak" userId="6c5848d28b3b013f" providerId="LiveId" clId="{28F13B63-8742-415B-8503-060AE213838A}" dt="2026-01-20T18:36:13.112" v="710" actId="122"/>
          <ac:spMkLst>
            <pc:docMk/>
            <pc:sldMk cId="3774776910" sldId="259"/>
            <ac:spMk id="6" creationId="{57982BA0-97D6-BFCD-DB6B-011EF1AD0BBE}"/>
          </ac:spMkLst>
        </pc:spChg>
        <pc:spChg chg="add mod ord">
          <ac:chgData name="Krystian Walczak" userId="6c5848d28b3b013f" providerId="LiveId" clId="{28F13B63-8742-415B-8503-060AE213838A}" dt="2026-01-19T19:39:04.695" v="261" actId="14100"/>
          <ac:spMkLst>
            <pc:docMk/>
            <pc:sldMk cId="3774776910" sldId="259"/>
            <ac:spMk id="8" creationId="{FDCD57D4-784C-CA8D-1396-838E9D9D20DD}"/>
          </ac:spMkLst>
        </pc:spChg>
        <pc:picChg chg="add mod ord">
          <ac:chgData name="Krystian Walczak" userId="6c5848d28b3b013f" providerId="LiveId" clId="{28F13B63-8742-415B-8503-060AE213838A}" dt="2026-01-19T19:40:04.887" v="270" actId="1076"/>
          <ac:picMkLst>
            <pc:docMk/>
            <pc:sldMk cId="3774776910" sldId="259"/>
            <ac:picMk id="3" creationId="{4BF62EB6-19DE-62E9-2B88-AAF01120B6CE}"/>
          </ac:picMkLst>
        </pc:picChg>
      </pc:sldChg>
      <pc:sldChg chg="addSp delSp modSp mod">
        <pc:chgData name="Krystian Walczak" userId="6c5848d28b3b013f" providerId="LiveId" clId="{28F13B63-8742-415B-8503-060AE213838A}" dt="2026-01-20T18:36:16.164" v="711" actId="122"/>
        <pc:sldMkLst>
          <pc:docMk/>
          <pc:sldMk cId="4016634338" sldId="260"/>
        </pc:sldMkLst>
        <pc:spChg chg="mod">
          <ac:chgData name="Krystian Walczak" userId="6c5848d28b3b013f" providerId="LiveId" clId="{28F13B63-8742-415B-8503-060AE213838A}" dt="2026-01-20T18:36:16.164" v="711" actId="122"/>
          <ac:spMkLst>
            <pc:docMk/>
            <pc:sldMk cId="4016634338" sldId="260"/>
            <ac:spMk id="4" creationId="{E09F4737-A0E3-0194-36D3-10CEDBDB03EC}"/>
          </ac:spMkLst>
        </pc:spChg>
        <pc:spChg chg="mod">
          <ac:chgData name="Krystian Walczak" userId="6c5848d28b3b013f" providerId="LiveId" clId="{28F13B63-8742-415B-8503-060AE213838A}" dt="2026-01-19T19:36:57.334" v="244" actId="14100"/>
          <ac:spMkLst>
            <pc:docMk/>
            <pc:sldMk cId="4016634338" sldId="260"/>
            <ac:spMk id="6" creationId="{B67666DB-F53D-1ED1-82DC-7EA344037140}"/>
          </ac:spMkLst>
        </pc:spChg>
        <pc:picChg chg="add mod ord">
          <ac:chgData name="Krystian Walczak" userId="6c5848d28b3b013f" providerId="LiveId" clId="{28F13B63-8742-415B-8503-060AE213838A}" dt="2026-01-19T19:37:13.928" v="248" actId="1076"/>
          <ac:picMkLst>
            <pc:docMk/>
            <pc:sldMk cId="4016634338" sldId="260"/>
            <ac:picMk id="3" creationId="{0039FBD6-86F4-2B44-86EC-D7FBFA762D7A}"/>
          </ac:picMkLst>
        </pc:picChg>
      </pc:sldChg>
      <pc:sldChg chg="modSp del mod">
        <pc:chgData name="Krystian Walczak" userId="6c5848d28b3b013f" providerId="LiveId" clId="{28F13B63-8742-415B-8503-060AE213838A}" dt="2026-01-20T18:24:25.746" v="668" actId="47"/>
        <pc:sldMkLst>
          <pc:docMk/>
          <pc:sldMk cId="4063341522" sldId="261"/>
        </pc:sldMkLst>
        <pc:spChg chg="mod">
          <ac:chgData name="Krystian Walczak" userId="6c5848d28b3b013f" providerId="LiveId" clId="{28F13B63-8742-415B-8503-060AE213838A}" dt="2026-01-20T18:10:44.205" v="610" actId="27636"/>
          <ac:spMkLst>
            <pc:docMk/>
            <pc:sldMk cId="4063341522" sldId="261"/>
            <ac:spMk id="5" creationId="{0ABC5A4F-A753-05B4-FC41-EEC23F9CC03F}"/>
          </ac:spMkLst>
        </pc:spChg>
        <pc:spChg chg="mod">
          <ac:chgData name="Krystian Walczak" userId="6c5848d28b3b013f" providerId="LiveId" clId="{28F13B63-8742-415B-8503-060AE213838A}" dt="2026-01-20T18:11:19.006" v="616" actId="14100"/>
          <ac:spMkLst>
            <pc:docMk/>
            <pc:sldMk cId="4063341522" sldId="261"/>
            <ac:spMk id="6" creationId="{D22CE16B-6F67-050B-D3D1-6FE7812CF527}"/>
          </ac:spMkLst>
        </pc:spChg>
      </pc:sldChg>
      <pc:sldChg chg="addSp delSp modSp new mod">
        <pc:chgData name="Krystian Walczak" userId="6c5848d28b3b013f" providerId="LiveId" clId="{28F13B63-8742-415B-8503-060AE213838A}" dt="2026-01-19T19:27:10.504" v="149" actId="14100"/>
        <pc:sldMkLst>
          <pc:docMk/>
          <pc:sldMk cId="3480699964" sldId="262"/>
        </pc:sldMkLst>
        <pc:picChg chg="add mod ord">
          <ac:chgData name="Krystian Walczak" userId="6c5848d28b3b013f" providerId="LiveId" clId="{28F13B63-8742-415B-8503-060AE213838A}" dt="2026-01-19T19:27:10.504" v="149" actId="14100"/>
          <ac:picMkLst>
            <pc:docMk/>
            <pc:sldMk cId="3480699964" sldId="262"/>
            <ac:picMk id="5" creationId="{72DAACC4-2294-D42F-1D79-8AA5D77ED9F4}"/>
          </ac:picMkLst>
        </pc:picChg>
      </pc:sldChg>
      <pc:sldChg chg="addSp delSp modSp new mod ord">
        <pc:chgData name="Krystian Walczak" userId="6c5848d28b3b013f" providerId="LiveId" clId="{28F13B63-8742-415B-8503-060AE213838A}" dt="2026-01-20T18:36:06.145" v="709" actId="122"/>
        <pc:sldMkLst>
          <pc:docMk/>
          <pc:sldMk cId="551745284" sldId="263"/>
        </pc:sldMkLst>
        <pc:spChg chg="mod">
          <ac:chgData name="Krystian Walczak" userId="6c5848d28b3b013f" providerId="LiveId" clId="{28F13B63-8742-415B-8503-060AE213838A}" dt="2026-01-20T18:36:06.145" v="709" actId="122"/>
          <ac:spMkLst>
            <pc:docMk/>
            <pc:sldMk cId="551745284" sldId="263"/>
            <ac:spMk id="2" creationId="{18BB3D40-6A00-7B96-A45E-A6E5D5F63332}"/>
          </ac:spMkLst>
        </pc:spChg>
        <pc:spChg chg="mod">
          <ac:chgData name="Krystian Walczak" userId="6c5848d28b3b013f" providerId="LiveId" clId="{28F13B63-8742-415B-8503-060AE213838A}" dt="2026-01-19T19:53:57.083" v="396" actId="14100"/>
          <ac:spMkLst>
            <pc:docMk/>
            <pc:sldMk cId="551745284" sldId="263"/>
            <ac:spMk id="4" creationId="{22A78B78-96EB-2A1A-0996-FD6DDE38B0C2}"/>
          </ac:spMkLst>
        </pc:spChg>
        <pc:spChg chg="add del mod">
          <ac:chgData name="Krystian Walczak" userId="6c5848d28b3b013f" providerId="LiveId" clId="{28F13B63-8742-415B-8503-060AE213838A}" dt="2026-01-20T18:31:46.826" v="685" actId="22"/>
          <ac:spMkLst>
            <pc:docMk/>
            <pc:sldMk cId="551745284" sldId="263"/>
            <ac:spMk id="5" creationId="{DBE21B8B-FFF2-69C1-7247-447027D43474}"/>
          </ac:spMkLst>
        </pc:spChg>
        <pc:picChg chg="add del mod ord">
          <ac:chgData name="Krystian Walczak" userId="6c5848d28b3b013f" providerId="LiveId" clId="{28F13B63-8742-415B-8503-060AE213838A}" dt="2026-01-20T18:31:45.551" v="684" actId="478"/>
          <ac:picMkLst>
            <pc:docMk/>
            <pc:sldMk cId="551745284" sldId="263"/>
            <ac:picMk id="6" creationId="{8BB217C3-8409-72FC-2132-47B6C274E156}"/>
          </ac:picMkLst>
        </pc:picChg>
        <pc:picChg chg="add mod ord">
          <ac:chgData name="Krystian Walczak" userId="6c5848d28b3b013f" providerId="LiveId" clId="{28F13B63-8742-415B-8503-060AE213838A}" dt="2026-01-20T18:32:01.768" v="693" actId="1076"/>
          <ac:picMkLst>
            <pc:docMk/>
            <pc:sldMk cId="551745284" sldId="263"/>
            <ac:picMk id="8" creationId="{2171E12F-63FE-4A4E-96A6-BA7B555B5FA7}"/>
          </ac:picMkLst>
        </pc:picChg>
      </pc:sldChg>
      <pc:sldChg chg="addSp delSp modSp new mod modClrScheme chgLayout">
        <pc:chgData name="Krystian Walczak" userId="6c5848d28b3b013f" providerId="LiveId" clId="{28F13B63-8742-415B-8503-060AE213838A}" dt="2026-01-20T18:43:22.304" v="718" actId="20577"/>
        <pc:sldMkLst>
          <pc:docMk/>
          <pc:sldMk cId="1621684445" sldId="264"/>
        </pc:sldMkLst>
        <pc:spChg chg="del mod ord">
          <ac:chgData name="Krystian Walczak" userId="6c5848d28b3b013f" providerId="LiveId" clId="{28F13B63-8742-415B-8503-060AE213838A}" dt="2026-01-20T18:18:30.656" v="621" actId="700"/>
          <ac:spMkLst>
            <pc:docMk/>
            <pc:sldMk cId="1621684445" sldId="264"/>
            <ac:spMk id="2" creationId="{27457ECC-218A-AECA-64F5-75DDA29FF05F}"/>
          </ac:spMkLst>
        </pc:spChg>
        <pc:spChg chg="mod ord">
          <ac:chgData name="Krystian Walczak" userId="6c5848d28b3b013f" providerId="LiveId" clId="{28F13B63-8742-415B-8503-060AE213838A}" dt="2026-01-20T18:43:22.304" v="718" actId="20577"/>
          <ac:spMkLst>
            <pc:docMk/>
            <pc:sldMk cId="1621684445" sldId="264"/>
            <ac:spMk id="3" creationId="{D20B9A58-3224-BF58-8D40-6D4D18D34D09}"/>
          </ac:spMkLst>
        </pc:spChg>
        <pc:spChg chg="del mod">
          <ac:chgData name="Krystian Walczak" userId="6c5848d28b3b013f" providerId="LiveId" clId="{28F13B63-8742-415B-8503-060AE213838A}" dt="2026-01-20T18:18:30.656" v="621" actId="700"/>
          <ac:spMkLst>
            <pc:docMk/>
            <pc:sldMk cId="1621684445" sldId="264"/>
            <ac:spMk id="4" creationId="{131D265F-042A-B614-A715-35943662F3F6}"/>
          </ac:spMkLst>
        </pc:spChg>
        <pc:spChg chg="add mod ord">
          <ac:chgData name="Krystian Walczak" userId="6c5848d28b3b013f" providerId="LiveId" clId="{28F13B63-8742-415B-8503-060AE213838A}" dt="2026-01-20T18:36:25.716" v="712" actId="122"/>
          <ac:spMkLst>
            <pc:docMk/>
            <pc:sldMk cId="1621684445" sldId="264"/>
            <ac:spMk id="5" creationId="{0398E09C-5FCC-E98E-B286-BF5DD2DD1F9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20F11-D45C-40C2-A5CE-E20B3C506EB2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B26EC9-0E27-4DD2-9710-09955780F13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242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26EC9-0E27-4DD2-9710-09955780F13B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76626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B26EC9-0E27-4DD2-9710-09955780F13B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3965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1F44-081F-E01E-7DCF-AD19A9E0A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66B927-9199-B9B7-E604-C842F91B7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03633-3045-B2A1-1AE9-4F64231D8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3A4A6-2334-7D49-BDD1-435C31FAB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86E6E-97B4-4BF7-1665-1B99D5016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4733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A9AA-5293-DBCB-B1A0-10B15A2CC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C9CFC-4A18-57E6-C0E3-6356AF4BF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640C9-7D5E-EC3C-E1EF-5E2B0E41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0D900-5EF0-6584-5ECC-D07E4E95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2F251-9FE9-F9B3-D7C9-ADE6AAD12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3330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5D85-F03E-1000-E7AD-F603D4878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597D5-BF18-32FD-3FC0-90E1DEF75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E485C-28CC-77CA-4B33-C459D76F2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4A31A-27DB-626B-6DAA-BB5A9F935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00635-CDFE-9A6A-9230-50B18CAF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828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A0FBA-2A19-6E80-9645-9DB49743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06B5B-660A-3724-8DE1-9A2674851F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D7370-1C25-7C26-CAAF-BC97AF7F55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53F26-A609-6F1C-43C1-3CEF11707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215CB-B4AD-DD7C-0CFB-509E70CD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ED626-82C5-EF88-58A5-D92CB64E5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01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E5D9-AC81-AF79-267D-07D78E54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80120-E22B-4F6D-ACCE-C789DB937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DA930-711B-F9F4-B00D-774E7376A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DFE2AD-7F3F-1868-04D5-C53AC8CC8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3A6438-C94C-42C7-416C-C98D43DEA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3E984-2720-099A-4360-CCAB1F84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83DAB-7D11-E74A-382E-4DFBC1B54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8DC71-2AB0-65FF-3F99-A46DB4DC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467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6C665-EE6A-23F5-3563-8F811AB6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8C66F8-2709-18D2-EFBF-57FE0315B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470FDC-4E8C-71A8-FE6F-99B47E2AF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643B5-B502-4C23-2E87-3489F17A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1257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C0C571-C5B3-F66A-C209-3CD3C15B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0B137-FFC9-B803-1D27-B804FC747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23D6F-A423-E7C8-739D-86489139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333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DE13-22ED-7E94-6DA3-2F032BD29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0471C-5D4B-8B33-46D5-8BD0A7CD3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D001E-8D53-3BCD-3CB5-06C2D66BE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43641-2182-9114-D37B-0F0E54DB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CDB8C-F3CA-FC9A-CC2D-484D981CE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DCC37-021B-C257-60DA-CFEEC604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9781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1404-DD63-579D-CE34-D6975BDE2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669F49-1BE8-289A-9DEC-2CE120AF0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33872-DCBE-500A-BDB4-40F010F27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1E27E-C80A-AFB8-4427-B94DB091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415827-6BE1-75B6-2B68-0099AC32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36C42-BBF6-E424-C478-05966BB0B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50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0AEC-AAF4-3859-C070-D2B17A831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14668-6174-2B61-DBA6-7E7EED26AC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D34A2-F1D8-0FB2-CFA6-49A4218B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B350-26DC-55AA-3DC8-31022A043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58D9-90FE-F9E8-4F6B-5A209205A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2722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F84636-D7E8-B356-C320-4E72E9F8A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68EC2-D471-EE96-D391-7C915EC1D8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7E688-FCE3-CFE4-E008-D4B2B56B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51720-38A9-47D2-8D3D-EB94144E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4524F-1FEF-AA7A-712F-B7ABD6271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0062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05263-620F-DA6B-4770-C15B2A5A1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71D0-2F1E-7C71-053D-EC19385F9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7827E-E907-9F60-A0B9-9E86D58F2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30AF6-FC9C-4F1D-A9BC-222FC62CAD6D}" type="datetimeFigureOut">
              <a:rPr lang="pl-PL" smtClean="0"/>
              <a:t>21.01.2026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9CC66-660C-B800-E059-DD36AB6D8D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20D07-9ECB-40E2-BAAD-704387F16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92A89-C31F-4518-A9FB-B805B6EECCE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6189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08DB9-0E69-26F6-35D8-C1596A2FA4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l-PL" sz="7200" b="1" dirty="0"/>
              <a:t>SaaS Platform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3284D-5380-54AD-E4F9-2A2E6E3D70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pl-PL" dirty="0"/>
          </a:p>
          <a:p>
            <a:pPr algn="r"/>
            <a:endParaRPr lang="pl-PL" dirty="0"/>
          </a:p>
          <a:p>
            <a:pPr algn="r"/>
            <a:endParaRPr lang="pl-PL" dirty="0"/>
          </a:p>
          <a:p>
            <a:pPr algn="r"/>
            <a:r>
              <a:rPr lang="pl-PL" dirty="0"/>
              <a:t>Author: Krystian Walczak</a:t>
            </a:r>
          </a:p>
        </p:txBody>
      </p:sp>
    </p:spTree>
    <p:extLst>
      <p:ext uri="{BB962C8B-B14F-4D97-AF65-F5344CB8AC3E}">
        <p14:creationId xmlns:p14="http://schemas.microsoft.com/office/powerpoint/2010/main" val="2716564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E0E76-2A37-353D-F786-4950E78F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DAACC4-2294-D42F-1D79-8AA5D77ED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365" y="263886"/>
            <a:ext cx="11150770" cy="633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99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8781D6-EA4E-ABE2-83E4-DBA008817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FinTech is the strongest segment: highest MRR with one of the lowest churn rates.</a:t>
            </a:r>
            <a:endParaRPr lang="pl-P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3F2816-B560-A6BB-232A-BD144A04F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08278" y="2614324"/>
            <a:ext cx="3483721" cy="3645327"/>
          </a:xfrm>
        </p:spPr>
        <p:txBody>
          <a:bodyPr>
            <a:normAutofit/>
          </a:bodyPr>
          <a:lstStyle/>
          <a:p>
            <a:r>
              <a:rPr lang="en-US" dirty="0"/>
              <a:t>FinTech leads in MRR and ARPS</a:t>
            </a:r>
            <a:endParaRPr lang="pl-PL" dirty="0"/>
          </a:p>
          <a:p>
            <a:r>
              <a:rPr lang="en-US" dirty="0"/>
              <a:t>FinTech has high scale (seats) and healthy retention</a:t>
            </a:r>
            <a:endParaRPr lang="pl-P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6FF185-FBA0-9D87-E576-9546B9B0B61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93822" y="1837581"/>
            <a:ext cx="8514456" cy="485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27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251C953-AB3B-186B-8593-557AD17D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FinTech drives adoption of the most impactful features, reinforcing it as the “core product fit” segment</a:t>
            </a:r>
            <a:endParaRPr lang="pl-P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89C27D8-5F7F-8699-108B-AF5C3CD18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72242" y="3166647"/>
            <a:ext cx="4081558" cy="1877895"/>
          </a:xfrm>
        </p:spPr>
        <p:txBody>
          <a:bodyPr>
            <a:normAutofit/>
          </a:bodyPr>
          <a:lstStyle/>
          <a:p>
            <a:r>
              <a:rPr lang="en-US" dirty="0"/>
              <a:t>Weighted delta reduces small-sample bi</a:t>
            </a:r>
            <a:r>
              <a:rPr lang="pl-PL" dirty="0"/>
              <a:t>as</a:t>
            </a:r>
          </a:p>
          <a:p>
            <a:r>
              <a:rPr lang="en-US" dirty="0"/>
              <a:t>FinTech contains multiple high-uplift features</a:t>
            </a:r>
            <a:endParaRPr lang="pl-PL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6EA00CC-E055-4791-8BAE-03BFBD3EB48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3722" y="1857375"/>
            <a:ext cx="7198520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2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3D40-6A00-7B96-A45E-A6E5D5F6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HealthTech has the lowest product–market feature fit</a:t>
            </a:r>
            <a:endParaRPr lang="pl-P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A78B78-96EB-2A1A-0996-FD6DDE38B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96397" y="2384159"/>
            <a:ext cx="4056498" cy="3077693"/>
          </a:xfrm>
        </p:spPr>
        <p:txBody>
          <a:bodyPr>
            <a:noAutofit/>
          </a:bodyPr>
          <a:lstStyle/>
          <a:p>
            <a:r>
              <a:rPr lang="en-US" dirty="0"/>
              <a:t>Only one feature drives strong positive adoption in HealthTech</a:t>
            </a:r>
            <a:endParaRPr lang="pl-PL" dirty="0"/>
          </a:p>
          <a:p>
            <a:r>
              <a:rPr lang="en-US" dirty="0"/>
              <a:t>HealthTech also contains the lowest-performing feature across all industries</a:t>
            </a:r>
            <a:endParaRPr lang="pl-PL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171E12F-63FE-4A4E-96A6-BA7B555B5FA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7022" y="1690688"/>
            <a:ext cx="7458234" cy="509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745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7982BA0-97D6-BFCD-DB6B-011EF1AD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Churn is associated with feature mix, not feature volume</a:t>
            </a:r>
            <a:endParaRPr lang="pl-PL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BF62EB6-19DE-62E9-2B88-AAF01120B6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537" y="1698579"/>
            <a:ext cx="7925313" cy="454589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DCD57D4-784C-CA8D-1396-838E9D9D20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73659" y="1893131"/>
            <a:ext cx="4209924" cy="4351338"/>
          </a:xfrm>
        </p:spPr>
        <p:txBody>
          <a:bodyPr>
            <a:normAutofit/>
          </a:bodyPr>
          <a:lstStyle/>
          <a:p>
            <a:r>
              <a:rPr lang="en-US" dirty="0"/>
              <a:t>Some features show strong positive delta (used more by active users)</a:t>
            </a:r>
            <a:endParaRPr lang="pl-PL" dirty="0"/>
          </a:p>
          <a:p>
            <a:r>
              <a:rPr lang="en-US" dirty="0"/>
              <a:t>Some features are more common among churned users (negative delta)</a:t>
            </a:r>
            <a:endParaRPr lang="pl-PL" dirty="0"/>
          </a:p>
          <a:p>
            <a:r>
              <a:rPr lang="en-US" dirty="0"/>
              <a:t>Some features are more common among churned users (negative delta)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74776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9F4737-A0E3-0194-36D3-10CEDBDB0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Churn reasons remain consistent across plan tiers; support does not appear to be the primary operational issue.</a:t>
            </a:r>
            <a:endParaRPr lang="pl-PL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039FBD6-86F4-2B44-86EC-D7FBFA762D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6892" y="1950893"/>
            <a:ext cx="7753809" cy="4437654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666DB-F53D-1ED1-82DC-7EA344037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0701" y="2436354"/>
            <a:ext cx="4087183" cy="3740609"/>
          </a:xfrm>
        </p:spPr>
        <p:txBody>
          <a:bodyPr>
            <a:normAutofit/>
          </a:bodyPr>
          <a:lstStyle/>
          <a:p>
            <a:r>
              <a:rPr lang="en-US" dirty="0"/>
              <a:t>“Features” and “Budget” frequently appear among churn reasons</a:t>
            </a:r>
            <a:endParaRPr lang="pl-PL" dirty="0"/>
          </a:p>
          <a:p>
            <a:r>
              <a:rPr lang="en-US" dirty="0"/>
              <a:t>Support metrics are similar across tiers</a:t>
            </a:r>
            <a:r>
              <a:rPr lang="pl-PL" dirty="0"/>
              <a:t> - </a:t>
            </a:r>
            <a:r>
              <a:rPr lang="en-US" dirty="0"/>
              <a:t>perceived value / expectations may drive churn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16634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98E09C-5FCC-E98E-B286-BF5DD2DD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 err="1"/>
              <a:t>Recommendations</a:t>
            </a:r>
            <a:endParaRPr lang="pl-P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B9A58-3224-BF58-8D40-6D4D18D34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Drive adoption of retention-positive features (top uplift)</a:t>
            </a:r>
            <a:endParaRPr lang="pl-PL" dirty="0"/>
          </a:p>
          <a:p>
            <a:r>
              <a:rPr lang="en-US" dirty="0"/>
              <a:t>Prioritize FinTech segment (highest MRR, low churn, strong adoption)</a:t>
            </a:r>
            <a:endParaRPr lang="pl-PL" dirty="0"/>
          </a:p>
          <a:p>
            <a:r>
              <a:rPr lang="pl-PL" dirty="0"/>
              <a:t>C</a:t>
            </a:r>
            <a:r>
              <a:rPr lang="en-US" dirty="0" err="1"/>
              <a:t>urrent</a:t>
            </a:r>
            <a:r>
              <a:rPr lang="en-US" dirty="0"/>
              <a:t> features are not strongly aligned with HealthTech users’ needs and may not support long-term retention</a:t>
            </a:r>
            <a:endParaRPr lang="pl-PL" dirty="0"/>
          </a:p>
          <a:p>
            <a:r>
              <a:rPr lang="pl-PL" dirty="0"/>
              <a:t>C</a:t>
            </a:r>
            <a:r>
              <a:rPr lang="en-US" dirty="0" err="1"/>
              <a:t>hurn</a:t>
            </a:r>
            <a:r>
              <a:rPr lang="en-US" dirty="0"/>
              <a:t> is not driven by how many</a:t>
            </a:r>
            <a:r>
              <a:rPr lang="pl-PL" dirty="0"/>
              <a:t> </a:t>
            </a:r>
            <a:r>
              <a:rPr lang="en-US" dirty="0"/>
              <a:t>features users try, but</a:t>
            </a:r>
            <a:r>
              <a:rPr lang="pl-PL" dirty="0"/>
              <a:t> </a:t>
            </a:r>
            <a:r>
              <a:rPr lang="en-US" dirty="0"/>
              <a:t>rather</a:t>
            </a:r>
            <a:r>
              <a:rPr lang="pl-PL" dirty="0"/>
              <a:t> </a:t>
            </a:r>
            <a:r>
              <a:rPr lang="en-US" dirty="0"/>
              <a:t>which specific</a:t>
            </a:r>
            <a:r>
              <a:rPr lang="pl-PL" dirty="0"/>
              <a:t> </a:t>
            </a:r>
            <a:r>
              <a:rPr lang="en-US" dirty="0"/>
              <a:t>features t</a:t>
            </a:r>
            <a:r>
              <a:rPr lang="pl-PL" dirty="0"/>
              <a:t>h</a:t>
            </a:r>
            <a:r>
              <a:rPr lang="en-US" dirty="0" err="1"/>
              <a:t>ey</a:t>
            </a:r>
            <a:r>
              <a:rPr lang="en-US" dirty="0"/>
              <a:t> adopt</a:t>
            </a:r>
            <a:endParaRPr lang="pl-PL" dirty="0"/>
          </a:p>
          <a:p>
            <a:r>
              <a:rPr lang="en-US" dirty="0"/>
              <a:t>Improve churn reason data quality to enable more actionable retention insights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62168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263</Words>
  <Application>Microsoft Office PowerPoint</Application>
  <PresentationFormat>Widescreen</PresentationFormat>
  <Paragraphs>29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SaaS Platform Analysis</vt:lpstr>
      <vt:lpstr>PowerPoint Presentation</vt:lpstr>
      <vt:lpstr>FinTech is the strongest segment: highest MRR with one of the lowest churn rates.</vt:lpstr>
      <vt:lpstr>FinTech drives adoption of the most impactful features, reinforcing it as the “core product fit” segment</vt:lpstr>
      <vt:lpstr>HealthTech has the lowest product–market feature fit</vt:lpstr>
      <vt:lpstr>Churn is associated with feature mix, not feature volume</vt:lpstr>
      <vt:lpstr>Churn reasons remain consistent across plan tiers; support does not appear to be the primary operational issue.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Krystian Walczak</dc:creator>
  <cp:lastModifiedBy>Krystian Walczak</cp:lastModifiedBy>
  <cp:revision>1</cp:revision>
  <dcterms:created xsi:type="dcterms:W3CDTF">2026-01-15T11:48:20Z</dcterms:created>
  <dcterms:modified xsi:type="dcterms:W3CDTF">2026-01-21T10:41:37Z</dcterms:modified>
</cp:coreProperties>
</file>